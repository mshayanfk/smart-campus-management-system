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572000" cy="45720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2743200" cy="2743200"/>
          </a:xfrm>
          <a:prstGeom prst="ellipse">
            <a:avLst/>
          </a:prstGeom>
          <a:solidFill>
            <a:srgbClr val="27317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MANAGEMENT SYSTEM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Object-Oriented System for University Operations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Personnel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Library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Hostel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C++ application that digitizes core university administrative operations using object-oriented design, file-based persistence, and a modular menu-driven interface.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980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9900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students, faculty, staff, courses &amp; enrollments in one system.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71246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File Handling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9044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persist to CSV files for long-term storage.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6268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OOP Design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818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reusable classes for each campus department.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4406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54126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5394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Engine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7332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consolidated reports across every module on demand.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772400" y="1280160"/>
            <a:ext cx="3749040" cy="51206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1381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3816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81381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38160" y="3227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8138160" y="3776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Designed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138160" y="4261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8138160" y="4809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Files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138160" y="52943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8138160" y="5843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Hierarchy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modules, each with its own classes and CSV storage, are orchestrated by a single main.cpp controller.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13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391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Enrollment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3880" y="1783080"/>
            <a:ext cx="3413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8200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504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6880" y="20391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516880" y="246888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Faculty, Staff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7680" y="1783080"/>
            <a:ext cx="3413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2000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304" y="2203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50680" y="20391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250680" y="246888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Journal, LibraryItem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13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30682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4223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783080" y="45720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HostelManager, Block, Room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73880" y="3886200"/>
            <a:ext cx="3413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8200" y="41605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504" y="430682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16880" y="414223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516880" y="45720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FeeRecord, Invoice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07680" y="3886200"/>
            <a:ext cx="3413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2000" y="41605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304" y="430682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50680" y="414223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9250680" y="45720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summaries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40080" y="59893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14400" y="6172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628192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59893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 Controller 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&amp; saves all CSV data on startup/exit, drives the menu system, and routes requests to each module's classes.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Module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 and student enrollment records.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3063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courseCode, courseName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creditHours, department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semester, isActive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4617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/ display()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saveToCSV() / loadFromCSV()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matchesCode()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0116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75120" y="3063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enrollmentId, studentId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courseCode, semester, session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enrollmentDate, grade, isActive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75120" y="46177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/ display()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saveToCSV() / loadFromCSV()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matchesStudentId(), matchesCourseCode()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Personnel Module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polymorphic class hierarchy built on a shared Person base class.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480560" y="17830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48056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(base class)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age, contact, isActive, type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03120" y="2697480"/>
            <a:ext cx="3977640" cy="411480"/>
          </a:xfrm>
          <a:prstGeom prst="line">
            <a:avLst/>
          </a:prstGeom>
          <a:noFill/>
          <a:ln w="19050">
            <a:solidFill>
              <a:srgbClr val="B7C4F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40080" y="310896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4381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Person, overrides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input(), display(), saveInCSV()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8680" y="4526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registrationNo, department,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semester, section, gpa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5257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getAchievement() returns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 from GPA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697480"/>
            <a:ext cx="45720" cy="411480"/>
          </a:xfrm>
          <a:prstGeom prst="line">
            <a:avLst/>
          </a:prstGeom>
          <a:noFill/>
          <a:ln w="19050">
            <a:solidFill>
              <a:srgbClr val="B7C4F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572000" y="310896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34381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80060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Person, overrides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input(), display(), saveInCSV()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00600" y="4526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specialization,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office, course, experience, salary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00600" y="5257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Experience-based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classification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966960" y="2697480"/>
            <a:ext cx="-3886200" cy="411480"/>
          </a:xfrm>
          <a:prstGeom prst="line">
            <a:avLst/>
          </a:prstGeom>
          <a:noFill/>
          <a:ln w="19050">
            <a:solidFill>
              <a:srgbClr val="B7C4F0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8503920" y="310896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73252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343814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7260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873252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Person, overrides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input(), display(), saveInCSV()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732520" y="45262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role,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shift, salary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732520" y="5257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&amp; role-based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keeping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Module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management for books and journals via a shared LibraryItem base.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51960" y="17830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25196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LibraryItem  (base class)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itemId, title, category, publisher, publicationYear, isAvailable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749040" y="2697480"/>
            <a:ext cx="2331720" cy="457200"/>
          </a:xfrm>
          <a:prstGeom prst="line">
            <a:avLst/>
          </a:prstGeom>
          <a:noFill/>
          <a:ln w="19050">
            <a:solidFill>
              <a:srgbClr val="B7C4F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011680" y="315468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331720" y="3429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3172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Fields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3172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isbn, totalPages, edition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3172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Helpers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3172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matchesAuthor(), matchesISBN()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12480" y="2697480"/>
            <a:ext cx="-2331720" cy="457200"/>
          </a:xfrm>
          <a:prstGeom prst="line">
            <a:avLst/>
          </a:prstGeom>
          <a:noFill/>
          <a:ln w="19050">
            <a:solidFill>
              <a:srgbClr val="B7C4F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675120" y="315468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95160" y="34290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99516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99516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Fields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9516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journalName, volume, issueNumber, editor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9516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Helpers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matchesJournalName(), matchesEditor()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CADCFC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Format:  each catalog record spans two CSV lines — base LibraryItem fields, then the derived Book / Journal fields.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 Module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blocks contain rooms; HostelManager oversees all blocks.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22199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HostelManager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14400" y="28803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vector&lt;HostelBlock&gt;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addBlock() / removeBlock()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searchBlock(name)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saveInCSV() / loadFromCSV()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getBlocks()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931920" y="3931920"/>
            <a:ext cx="8229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54880" y="18288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2219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150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HostelBlock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029200" y="28803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blockName, wardenName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totalRooms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vector&lt;Room&gt; rooms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addRoom() / displayRooms()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matchesBlockName()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46720" y="3931920"/>
            <a:ext cx="8229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869680" y="182880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22219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298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9144000" y="28803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roomNumber, roomType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roomRent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isOccupied,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occupantName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matchesRoomNumber()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Module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records generate invoices with automatic balance calculation.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22199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FeeRecord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4400" y="288036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feeID, studentID, studentName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feeType, dueDate, amount, isPaid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setData() bulk setter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matchesFeeID(), matchesStudentID()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saveInCSV() / loadFromCSV()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0" y="18288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7512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22199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675120" y="288036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invoiceID, issueDate, feeRecord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totalAmount, paidAmount, remainingAmount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generateInvoice(record) auto-fills totals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/ printReceipt()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saveInCSV() / loadFromCSV()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566928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 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FeeRecord is selected, then Invoice::generateInvoice(record) copies its amount and payment status to auto-calculate totalAmount, paidAmount, and remainingAmount.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258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C++ concepts and design patterns applied throughout the system.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305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47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600200" y="23317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Faculty / Staff and LibraryItem → Book / Journal, with virtual input()/display()/saveInCSV().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1305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947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223760" y="23317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attributes accessed only via getters/setters and a bulk setData() per class.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4747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82219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639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(CSV)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00200" y="40233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persists state via saveToCSV()/loadFromCSV() using ifstream/ofstream and stringstream parsing.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47472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37033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82219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3639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23760" y="40233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functions throw runtime_error for invalid age, credit hours, GPA, salary, and amounts.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51663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68680" y="5394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551383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00200" y="5330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(Pointers)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600200" y="57150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vector&lt;Person*&gt; avoids object slicing, preserving correct virtual dispatch for each subtype.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63640" y="5166360"/>
            <a:ext cx="5257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92240" y="5394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5513832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23760" y="5330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Reports Engine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223760" y="57150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Reports class generates per-module reports and a full system summary.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371600"/>
            <a:ext cx="3657600" cy="3657600"/>
          </a:xfrm>
          <a:prstGeom prst="ellipse">
            <a:avLst/>
          </a:prstGeom>
          <a:solidFill>
            <a:srgbClr val="27317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unifies six administrative domains into one cohesive OOP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inheritance, polymorphism, and encapsulation in a real-world 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reliable CSV-based persistence across all modules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 keeps every module accessible from a single entry point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09360" y="20116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storage from CSV files to a relational database (SQLite/MySQL)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graphical user interface (Qt or web-based front end)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and role-based access (Admin, Faculty, Student)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analytics dashboards for fee collection and occupancy trends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7317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806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Management System</dc:title>
  <dc:subject>PptxGenJS Presentation</dc:subject>
  <dc:creator>Smart Campus Management System</dc:creator>
  <cp:lastModifiedBy>Smart Campus Management System</cp:lastModifiedBy>
  <cp:revision>1</cp:revision>
  <dcterms:created xsi:type="dcterms:W3CDTF">2026-06-12T10:40:13Z</dcterms:created>
  <dcterms:modified xsi:type="dcterms:W3CDTF">2026-06-12T10:40:13Z</dcterms:modified>
</cp:coreProperties>
</file>